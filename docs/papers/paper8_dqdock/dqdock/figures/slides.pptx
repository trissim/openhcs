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B26D9-E3CC-4C41-95C4-BF7D5ED4A1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760665-67DB-4814-952A-19F36EE33C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31E1B0F-2077-43BE-A386-7C86524D0C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55800" y="692640"/>
            <a:ext cx="10079640" cy="426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2316960" y="-9360"/>
            <a:ext cx="555732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571680" y="125280"/>
            <a:ext cx="9048240" cy="540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566640" y="130320"/>
            <a:ext cx="9057960" cy="539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2026-03-24T17:27:05Z</dcterms:created>
  <dc:creator/>
  <dc:description/>
  <dc:language>en-US</dc:language>
  <cp:lastModifiedBy/>
  <dcterms:modified xsi:type="dcterms:W3CDTF">2026-03-25T10:34:18Z</dcterms:modified>
  <cp:revision>1</cp:revision>
  <dc:subject/>
  <dc:title/>
</cp:coreProperties>
</file>